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SOLSTICE ENERGY COOPERATIVE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of Power Supply &amp; Renewable Programs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ISSUE – SUPERSEDES RFP-SEC-2026-0029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PRE-BID BRIEFING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Solar, Battery Storage &amp; EV Charging Infrastructure Program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5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briefing for prospective EPC bidders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97680"/>
          <a:ext cx="7315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RFP Number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RFP-SEC-2026-0029-R1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 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19,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Proposal Deadline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June 30, 2026, 3:00 PM 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Solstice Energy Cooperative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Work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Requirements Overview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Charging &amp; Interconnection Requirements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Criteria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Criteria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Terms &amp; Next Steps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Solstice Energy Cooperative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Member-owned electric cooperative serving approximately 41,000 members across an expanded 6-county service territory, following the March 2026 addition of the Hartwell service area.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of Directors approved a Community Solar + Battery Storage initiative in December 2025, and expanded the program scope in April 2026 to include EV fast-charging infrastructure.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goal: add 14 MW of community solar generation, 10 MWh of battery storage, and a public EV fast-charging hub.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RFP solicits a qualified EPC (Engineer-Procure-Construct) contractor for the expanded program.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14 MW of community solar generation capacity at the Co-op's Meadowbrook site.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10 MWh of battery energy storage for peak shaving and grid support.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 member subscription program allowing members to subscribe to community solar output.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 public DC fast-charging hub at the Meadowbrook site to serve members and the traveling public.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commercial operation date (COD) by Q2 2028.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Work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procure, and construct a 14 MW solar array at the Meadowbrook site.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procure, and install a 10 MWh battery energy storage system (BESS).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procure, and install a 6-stall DC fast-charging hub at the Meadowbrook site.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Interconnect the solar, BESS, and EV charging systems to the Co-op's existing 34.5kV distribution system.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 member subscription billing platform integrated with the Co-op's billing system.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5 years of operations and maintenance (O&amp;M) services following commercial operation.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Requirements Overview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modules: Tier 1 manufacturer, minimum 21% module efficiency.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Inverters: UL 1741-SA certified with grid-support functions (volt-VAR, frequency-watt).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energy storage: UL 9540 certified, minimum 6-hour discharge duration.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SCADA integration with the Co-op's existing Advanced Distribution Management System (ADMS).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practices for all networked control systems aligned with NERC CIP guidance.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Charging &amp; Interconnection Requirements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DC fast-charging stalls, each rated at a minimum of 150 kW.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 2.0.1 protocol compliance for charge point management and payment integration.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Charging hub must support future expansion to 12 stalls without additional transformer upgrades.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metering for the EV charging hub, separate from the solar and BESS metering points.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5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slide is new in this revision — no equivalent content existed in the original briefing deck.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Criteria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035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Requirement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Utility-scale solar EPC experience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years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annual 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$40,000,000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projects (5 MW+)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 completed within 5 years, ≥1 incl. EV charging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Insurance (general / professional liability)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$8,000,000 / $3,000,000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bond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65% of contract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RFP Reissue 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19,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Virtual Site Walkthrough (recorded, on-demand)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June 2,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Q&amp;A Deadline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June 9,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Proposal Submission Deadline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June 30,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Award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Notice to Proceed (NTP)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November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 Operation Date (COD)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2028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Criteria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Solution &amp; Design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points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Experience &amp; References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points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points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points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O&amp;M Plan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points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 Charging Design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points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Terms &amp; Next Steps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structure: fixed-price EPC contract.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total project cost: $38,000,000 – $46,000,000.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milestones tied to design completion, procurement, construction progress, and COD.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 period: 3 years following commercial operation.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Liquidated damages apply for delays past the contractual COD, at an increased daily rate reflecting the expanded scope.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submit written questions by the Q&amp;A deadline; proposals due June 30, 2026.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Contact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interest in Solstice Energy Cooperative's Community Solar, Battery Storage &amp; EV Charging Infrastructure Program. Please direct all questions to the contact below in writing.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7772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Issuing Officer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Patel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Senior Director of Power Supply &amp; Grid Modernization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ppatel@solsticeenergycoop.org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(605) 555-0164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2026-09-02T07:31:05Z</dcterms:created>
  <dcterms:modified xsi:type="dcterms:W3CDTF">2026-09-02T07:31:05Z</dcterms:modified>
</cp:coreProperties>
</file>