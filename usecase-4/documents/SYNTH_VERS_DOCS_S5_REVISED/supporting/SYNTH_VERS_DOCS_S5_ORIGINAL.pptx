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SOLSTICE ENERGY COOPERATIVE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of Power Supply &amp; Renewable Programs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ISSUE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PRE-BID BRIEFING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Solar &amp; Battery Storage Program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briefing for prospective EPC bidders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RFP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RFP-SEC-2026-0029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3,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Deadline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April 14, 2026, 3:00 PM 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Solstice Energy Cooperative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Requirements Overview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Criteria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Terms &amp;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Solstice Energy Cooperative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Member-owned electric cooperative serving approximately 38,000 members across a 5-county service territory.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of Directors approved a Community Solar + Battery Storage initiative in December 2025.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goal: add 12 MW of community solar generation and 8 MWh of battery storage capacity.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RFP solicits a qualified EPC (Engineer-Procure-Construct) contractor for the program.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12 MW of community solar generation capacity at the Co-op's Meadowbrook site.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8 MWh of battery energy storage for peak shaving and grid support.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member subscription program allowing members to subscribe to community solar output.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commercial operation date (COD) by Q4 2027.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procure, and construct a 12 MW solar array at the Meadowbrook site.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procure, and install an 8 MWh battery energy storage system (BESS).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 the solar and BESS systems to the Co-op's existing 34.5kV distribution system.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member subscription billing platform integrated with the Co-op's billing system.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5 years of operations and maintenance (O&amp;M) services following commercial operation.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Requirements Overview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modules: Tier 1 manufacturer, minimum 21% module efficiency.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Inverters: UL 1741-SA certified with grid-support functions (volt-VAR, frequency-watt).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energy storage: UL 9540 certified, minimum 4-hour discharge duration.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integration with the Co-op's existing Advanced Distribution Management System (ADMS).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Criteria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Requirement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Utility-scale solar EPC experience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annual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projects (5 MW+)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 completed within 5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 (general / professional liability)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$5,000,000 / $2,000,000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bond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of contract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RFP Issue 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3,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 Site Visit (Meadowbrook site)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17,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Q&amp;A Deadline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24,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Submission Deadline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April 14,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Award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Notice to Proceed (NTP)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Operation Date (COD)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Solution &amp;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Experience &amp; References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O&amp;M Plan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Terms &amp;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structure: fixed-price EPC contract.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total project cost: $28,000,000 – $34,000,000.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milestones tied to design completion, procurement, construction progress, and COD.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period: 2 years following commercial operation.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Liquidated damages apply for delays past the contractual COD.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submit written questions by the Q&amp;A deadline; proposals due April 14, 2026.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Contact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interest in Solstice Energy Cooperative's Community Solar &amp; Battery Storage Program. Please direct all questions to the contact below in writing.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7772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Issuing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Derek Simmons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 of Power Supply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dsimmons@solsticeenergycoop.org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(605) 555-0121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2026-09-02T07:31:05Z</dcterms:created>
  <dcterms:modified xsi:type="dcterms:W3CDTF">2026-09-02T07:31:05Z</dcterms:modified>
</cp:coreProperties>
</file>